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al Bold" charset="1" panose="020B0704020202020204"/>
      <p:regular r:id="rId20"/>
    </p:embeddedFon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6335" y="1005459"/>
            <a:ext cx="3653790" cy="540258"/>
            <a:chOff x="0" y="0"/>
            <a:chExt cx="4871720" cy="7203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1720" cy="720344"/>
            </a:xfrm>
            <a:custGeom>
              <a:avLst/>
              <a:gdLst/>
              <a:ahLst/>
              <a:cxnLst/>
              <a:rect r="r" b="b" t="t" l="l"/>
              <a:pathLst>
                <a:path h="720344" w="4871720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lnTo>
                    <a:pt x="4511548" y="0"/>
                  </a:lnTo>
                  <a:cubicBezTo>
                    <a:pt x="4710430" y="0"/>
                    <a:pt x="4871720" y="161290"/>
                    <a:pt x="4871720" y="360172"/>
                  </a:cubicBezTo>
                  <a:cubicBezTo>
                    <a:pt x="4871720" y="559054"/>
                    <a:pt x="4710430" y="720344"/>
                    <a:pt x="4511548" y="720344"/>
                  </a:cubicBezTo>
                  <a:lnTo>
                    <a:pt x="360172" y="720344"/>
                  </a:ln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3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65860" y="1014984"/>
            <a:ext cx="3634740" cy="521208"/>
            <a:chOff x="0" y="0"/>
            <a:chExt cx="4846320" cy="6949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46320" cy="694944"/>
            </a:xfrm>
            <a:custGeom>
              <a:avLst/>
              <a:gdLst/>
              <a:ahLst/>
              <a:cxnLst/>
              <a:rect r="r" b="b" t="t" l="l"/>
              <a:pathLst>
                <a:path h="694944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882" r="0" b="-858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846320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6D28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SAMSUNG PRISM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65860" y="1810512"/>
            <a:ext cx="9189720" cy="1124712"/>
            <a:chOff x="0" y="0"/>
            <a:chExt cx="12252960" cy="14996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529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207" r="0" b="-10920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252960" cy="1547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b="true" sz="7500">
                  <a:solidFill>
                    <a:srgbClr val="1414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Generative AI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5860" y="2852928"/>
            <a:ext cx="9189720" cy="1124712"/>
            <a:chOff x="0" y="0"/>
            <a:chExt cx="12252960" cy="14996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529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207" r="0" b="-10920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252960" cy="1547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b="true" sz="7500">
                  <a:solidFill>
                    <a:srgbClr val="6D28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Hackathon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4087368"/>
            <a:ext cx="9189720" cy="685800"/>
            <a:chOff x="0" y="0"/>
            <a:chExt cx="1225296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25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099" r="0" b="-21109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225296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1414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3rd Edition</a:t>
              </a:r>
              <a:r>
                <a:rPr lang="en-US" sz="3000">
                  <a:solidFill>
                    <a:srgbClr val="63637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2026 – 27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0418" y="5369528"/>
            <a:ext cx="9189720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Theme ID - </a:t>
            </a: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 (INTERRUPTIBLE AGENTS)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 - </a:t>
            </a: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REIGN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College Name – </a:t>
            </a: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SRM INSTITUTE OF SCIENCE &amp; TECHNOLOGY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Member Name &amp; Email 1-  </a:t>
            </a: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POKALA SAI NITHIN sp9034@srmist.edu.in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Member Name &amp; Email 2- </a:t>
            </a: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ARYAN GARG ag2841@srmist.edu.in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Member Name &amp; Email 3</a:t>
            </a: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 LOHITASHWA ls0885@srmist.edu.in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Member Name &amp; Email 4- </a:t>
            </a: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 PREETHA pv7486@srmist.edu.in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Submission Github link -  </a:t>
            </a: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https://github.com/Nithyon/Theme5-Interruptible-Agents</a:t>
            </a:r>
          </a:p>
          <a:p>
            <a:pPr algn="l" marL="434340" indent="-217170" lvl="1">
              <a:lnSpc>
                <a:spcPts val="287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0860060" y="1545717"/>
            <a:ext cx="6858000" cy="6858000"/>
            <a:chOff x="0" y="0"/>
            <a:chExt cx="9144000" cy="9144000"/>
          </a:xfrm>
        </p:grpSpPr>
        <p:sp>
          <p:nvSpPr>
            <p:cNvPr name="Freeform 18" id="18" descr="hero_network.png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2394" y="1281677"/>
            <a:ext cx="16743213" cy="9567682"/>
          </a:xfrm>
          <a:custGeom>
            <a:avLst/>
            <a:gdLst/>
            <a:ahLst/>
            <a:cxnLst/>
            <a:rect r="r" b="b" t="t" l="l"/>
            <a:pathLst>
              <a:path h="9567682" w="16743213">
                <a:moveTo>
                  <a:pt x="0" y="0"/>
                </a:moveTo>
                <a:lnTo>
                  <a:pt x="16743212" y="0"/>
                </a:lnTo>
                <a:lnTo>
                  <a:pt x="16743212" y="9567682"/>
                </a:lnTo>
                <a:lnTo>
                  <a:pt x="0" y="9567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8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4528"/>
            <a:ext cx="15773400" cy="1988344"/>
            <a:chOff x="0" y="0"/>
            <a:chExt cx="21031200" cy="26511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THEME : 5 INTERRUPTIBLE AGENTS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194250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Solutions &amp; Architecture Diagram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66866" y="1453673"/>
            <a:ext cx="17354269" cy="8400940"/>
          </a:xfrm>
          <a:custGeom>
            <a:avLst/>
            <a:gdLst/>
            <a:ahLst/>
            <a:cxnLst/>
            <a:rect r="r" b="b" t="t" l="l"/>
            <a:pathLst>
              <a:path h="8400940" w="17354269">
                <a:moveTo>
                  <a:pt x="0" y="0"/>
                </a:moveTo>
                <a:lnTo>
                  <a:pt x="17354268" y="0"/>
                </a:lnTo>
                <a:lnTo>
                  <a:pt x="17354268" y="8400940"/>
                </a:lnTo>
                <a:lnTo>
                  <a:pt x="0" y="8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93" t="-13953" r="0" b="-514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5146" y="2386775"/>
            <a:ext cx="7451331" cy="6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2121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Walkthrough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57915" y="1725888"/>
            <a:ext cx="17772170" cy="9095116"/>
          </a:xfrm>
          <a:custGeom>
            <a:avLst/>
            <a:gdLst/>
            <a:ahLst/>
            <a:cxnLst/>
            <a:rect r="r" b="b" t="t" l="l"/>
            <a:pathLst>
              <a:path h="9095116" w="17772170">
                <a:moveTo>
                  <a:pt x="0" y="0"/>
                </a:moveTo>
                <a:lnTo>
                  <a:pt x="17772170" y="0"/>
                </a:lnTo>
                <a:lnTo>
                  <a:pt x="17772170" y="9095116"/>
                </a:lnTo>
                <a:lnTo>
                  <a:pt x="0" y="9095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12" t="-14429" r="-1795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369"/>
            <a:ext cx="18288000" cy="1988344"/>
            <a:chOff x="0" y="0"/>
            <a:chExt cx="24384000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13750" b="-1045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43840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0369" y="349115"/>
            <a:ext cx="17720876" cy="10524761"/>
          </a:xfrm>
          <a:custGeom>
            <a:avLst/>
            <a:gdLst/>
            <a:ahLst/>
            <a:cxnLst/>
            <a:rect r="r" b="b" t="t" l="l"/>
            <a:pathLst>
              <a:path h="10524761" w="17720876">
                <a:moveTo>
                  <a:pt x="0" y="0"/>
                </a:moveTo>
                <a:lnTo>
                  <a:pt x="17720876" y="0"/>
                </a:lnTo>
                <a:lnTo>
                  <a:pt x="17720876" y="10524761"/>
                </a:lnTo>
                <a:lnTo>
                  <a:pt x="0" y="10524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18" t="0" r="-1967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-259000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 and tech stack used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8804" y="1384566"/>
            <a:ext cx="16963412" cy="8274451"/>
          </a:xfrm>
          <a:custGeom>
            <a:avLst/>
            <a:gdLst/>
            <a:ahLst/>
            <a:cxnLst/>
            <a:rect r="r" b="b" t="t" l="l"/>
            <a:pathLst>
              <a:path h="8274451" w="16963412">
                <a:moveTo>
                  <a:pt x="0" y="0"/>
                </a:moveTo>
                <a:lnTo>
                  <a:pt x="16963411" y="0"/>
                </a:lnTo>
                <a:lnTo>
                  <a:pt x="16963411" y="8274452"/>
                </a:lnTo>
                <a:lnTo>
                  <a:pt x="0" y="8274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317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938" y="27384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&amp; Use case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02648" y="1919324"/>
            <a:ext cx="17264577" cy="8202395"/>
          </a:xfrm>
          <a:custGeom>
            <a:avLst/>
            <a:gdLst/>
            <a:ahLst/>
            <a:cxnLst/>
            <a:rect r="r" b="b" t="t" l="l"/>
            <a:pathLst>
              <a:path h="8202395" w="17264577">
                <a:moveTo>
                  <a:pt x="0" y="0"/>
                </a:moveTo>
                <a:lnTo>
                  <a:pt x="17264577" y="0"/>
                </a:lnTo>
                <a:lnTo>
                  <a:pt x="17264577" y="8202395"/>
                </a:lnTo>
                <a:lnTo>
                  <a:pt x="0" y="8202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29" t="-14194" r="0" b="-6723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3119" y="-142979"/>
            <a:ext cx="16536181" cy="1988345"/>
            <a:chOff x="0" y="0"/>
            <a:chExt cx="22048241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48236" cy="2651127"/>
            </a:xfrm>
            <a:custGeom>
              <a:avLst/>
              <a:gdLst/>
              <a:ahLst/>
              <a:cxnLst/>
              <a:rect r="r" b="b" t="t" l="l"/>
              <a:pathLst>
                <a:path h="2651127" w="22048236">
                  <a:moveTo>
                    <a:pt x="0" y="0"/>
                  </a:moveTo>
                  <a:lnTo>
                    <a:pt x="22048236" y="0"/>
                  </a:lnTo>
                  <a:lnTo>
                    <a:pt x="22048236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48" r="0" b="-1120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2048241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Innovation highlights, results and limitations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23119" y="1520651"/>
            <a:ext cx="17244390" cy="8355256"/>
          </a:xfrm>
          <a:custGeom>
            <a:avLst/>
            <a:gdLst/>
            <a:ahLst/>
            <a:cxnLst/>
            <a:rect r="r" b="b" t="t" l="l"/>
            <a:pathLst>
              <a:path h="8355256" w="17244390">
                <a:moveTo>
                  <a:pt x="0" y="0"/>
                </a:moveTo>
                <a:lnTo>
                  <a:pt x="17244390" y="0"/>
                </a:lnTo>
                <a:lnTo>
                  <a:pt x="17244390" y="8355256"/>
                </a:lnTo>
                <a:lnTo>
                  <a:pt x="0" y="8355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33" r="0" b="-696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8" y="0"/>
            <a:ext cx="17866984" cy="1988345"/>
            <a:chOff x="0" y="0"/>
            <a:chExt cx="23822645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22645" cy="2651127"/>
            </a:xfrm>
            <a:custGeom>
              <a:avLst/>
              <a:gdLst/>
              <a:ahLst/>
              <a:cxnLst/>
              <a:rect r="r" b="b" t="t" l="l"/>
              <a:pathLst>
                <a:path h="2651127" w="23822645">
                  <a:moveTo>
                    <a:pt x="0" y="0"/>
                  </a:moveTo>
                  <a:lnTo>
                    <a:pt x="23822645" y="0"/>
                  </a:lnTo>
                  <a:lnTo>
                    <a:pt x="23822645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11717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822645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What’s next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0051" y="1614644"/>
            <a:ext cx="16103499" cy="8287867"/>
          </a:xfrm>
          <a:custGeom>
            <a:avLst/>
            <a:gdLst/>
            <a:ahLst/>
            <a:cxnLst/>
            <a:rect r="r" b="b" t="t" l="l"/>
            <a:pathLst>
              <a:path h="8287867" w="16103499">
                <a:moveTo>
                  <a:pt x="0" y="0"/>
                </a:moveTo>
                <a:lnTo>
                  <a:pt x="16103499" y="0"/>
                </a:lnTo>
                <a:lnTo>
                  <a:pt x="16103499" y="8287867"/>
                </a:lnTo>
                <a:lnTo>
                  <a:pt x="0" y="8287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94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4823" y="1028700"/>
            <a:ext cx="17378354" cy="8921431"/>
          </a:xfrm>
          <a:custGeom>
            <a:avLst/>
            <a:gdLst/>
            <a:ahLst/>
            <a:cxnLst/>
            <a:rect r="r" b="b" t="t" l="l"/>
            <a:pathLst>
              <a:path h="8921431" w="17378354">
                <a:moveTo>
                  <a:pt x="0" y="0"/>
                </a:moveTo>
                <a:lnTo>
                  <a:pt x="17378354" y="0"/>
                </a:lnTo>
                <a:lnTo>
                  <a:pt x="17378354" y="8921431"/>
                </a:lnTo>
                <a:lnTo>
                  <a:pt x="0" y="8921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34" t="0" r="-1347" b="-13824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-186146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Brownie points slide( differentiation)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57300" y="1418089"/>
            <a:ext cx="15327517" cy="8621728"/>
          </a:xfrm>
          <a:custGeom>
            <a:avLst/>
            <a:gdLst/>
            <a:ahLst/>
            <a:cxnLst/>
            <a:rect r="r" b="b" t="t" l="l"/>
            <a:pathLst>
              <a:path h="8621728" w="15327517">
                <a:moveTo>
                  <a:pt x="0" y="0"/>
                </a:moveTo>
                <a:lnTo>
                  <a:pt x="15327517" y="0"/>
                </a:lnTo>
                <a:lnTo>
                  <a:pt x="15327517" y="8621729"/>
                </a:lnTo>
                <a:lnTo>
                  <a:pt x="0" y="8621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>
                  <a:solidFill>
                    <a:srgbClr val="704E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Checklist- Updated on Public GitHub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3177705"/>
            <a:ext cx="15590549" cy="2388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Working prototype code — public or shared GitHub repo </a:t>
            </a:r>
            <a:r>
              <a:rPr lang="en-US" b="true" sz="4200">
                <a:solidFill>
                  <a:srgbClr val="141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Yes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README with reproducible setup instructions </a:t>
            </a:r>
            <a:r>
              <a:rPr lang="en-US" b="true" sz="4200">
                <a:solidFill>
                  <a:srgbClr val="141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Yes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Demo video, max 5 minutes (YouTube or Drive link) </a:t>
            </a:r>
            <a:r>
              <a:rPr lang="en-US" b="true" sz="4200">
                <a:solidFill>
                  <a:srgbClr val="141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Yes</a:t>
            </a:r>
          </a:p>
          <a:p>
            <a:pPr algn="l" marL="760095" indent="-380048" lvl="1">
              <a:lnSpc>
                <a:spcPts val="4536"/>
              </a:lnSpc>
            </a:pPr>
            <a:r>
              <a:rPr lang="en-US" sz="42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Presentation file (PPT or PDF) </a:t>
            </a:r>
            <a:r>
              <a:rPr lang="en-US" b="true" sz="4200">
                <a:solidFill>
                  <a:srgbClr val="141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9080" y="3287053"/>
            <a:ext cx="10149840" cy="1426425"/>
            <a:chOff x="0" y="0"/>
            <a:chExt cx="13533120" cy="19018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33120" cy="1901899"/>
            </a:xfrm>
            <a:custGeom>
              <a:avLst/>
              <a:gdLst/>
              <a:ahLst/>
              <a:cxnLst/>
              <a:rect r="r" b="b" t="t" l="l"/>
              <a:pathLst>
                <a:path h="1901899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901899"/>
                  </a:lnTo>
                  <a:lnTo>
                    <a:pt x="0" y="19018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973" r="0" b="-843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533120" cy="19304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280"/>
                </a:lnSpc>
              </a:pPr>
              <a:r>
                <a:rPr lang="en-US" b="true" sz="6900">
                  <a:solidFill>
                    <a:srgbClr val="1414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143500"/>
            <a:ext cx="15910560" cy="482079"/>
            <a:chOff x="0" y="0"/>
            <a:chExt cx="21214080" cy="6427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642772"/>
            </a:xfrm>
            <a:custGeom>
              <a:avLst/>
              <a:gdLst/>
              <a:ahLst/>
              <a:cxnLst/>
              <a:rect r="r" b="b" t="t" l="l"/>
              <a:pathLst>
                <a:path h="642772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42772"/>
                  </a:lnTo>
                  <a:lnTo>
                    <a:pt x="0" y="6427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7562" r="0" b="-58860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214080" cy="671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3637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Organised by the Language AI Team and the PRISM Team, Samsung R&amp;D Institute India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DAHWsTXY5JA</dc:identifier>
  <dcterms:modified xsi:type="dcterms:W3CDTF">2011-08-01T06:04:30Z</dcterms:modified>
  <cp:revision>1</cp:revision>
  <dc:title>TEAM REIGN - SAMSUNG PRISM HACKATHON</dc:title>
</cp:coreProperties>
</file>